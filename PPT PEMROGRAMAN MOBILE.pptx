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olos Text" panose="020B0604020202020204" charset="0"/>
      <p:regular r:id="rId17"/>
    </p:embeddedFont>
    <p:embeddedFont>
      <p:font typeface="Golos Text Medium" panose="020B0604020202020204" charset="0"/>
      <p:regular r:id="rId18"/>
    </p:embeddedFont>
    <p:embeddedFont>
      <p:font typeface="Golos Text SemiBold" panose="020B0604020202020204" charset="0"/>
      <p:regular r:id="rId19"/>
    </p:embeddedFont>
    <p:embeddedFont>
      <p:font typeface="Unbounded Bold" panose="020B0604020202020204" charset="0"/>
      <p:regular r:id="rId20"/>
    </p:embeddedFont>
    <p:embeddedFont>
      <p:font typeface="Unbounded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96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7035624" cy="17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162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 · PEMROGRAMAN MOBILE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9393" y="1814702"/>
            <a:ext cx="6578435" cy="1776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50" b="1" kern="100" spc="-44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Pemrograman</a:t>
            </a:r>
            <a:endParaRPr lang="en-US" sz="445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450" b="1" kern="100" spc="-44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Mobile Android</a:t>
            </a:r>
            <a:endParaRPr lang="en-US" sz="445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450" b="1" kern="100" spc="-44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dengan Java</a:t>
            </a:r>
            <a:endParaRPr lang="en-US" sz="4450" dirty="0"/>
          </a:p>
        </p:txBody>
      </p:sp>
      <p:sp>
        <p:nvSpPr>
          <p:cNvPr id="6" name="Shape 4"/>
          <p:cNvSpPr/>
          <p:nvPr/>
        </p:nvSpPr>
        <p:spPr>
          <a:xfrm>
            <a:off x="279393" y="3791645"/>
            <a:ext cx="1644609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4231698"/>
            <a:ext cx="6578435" cy="60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Konsep, perangkat pengembangan, komponen aplikasi, UI/UX, serta proses menjalankan aplikasi Android.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279393" y="4975400"/>
            <a:ext cx="6578435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Materi ini merangkum dasar pengembangan aplikasi Android menggunakan Java, mulai dari konsep platform hingga proses menjalankan aplikasi.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9393" y="5822729"/>
            <a:ext cx="6578435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Peta materi: Konsep Android → Toolchain → Arsitektur dan struktur project → Siklus pengembangan → Activity, Intent, Fragment, UI/UX → Background task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9393" y="6669201"/>
            <a:ext cx="7035624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Android · Java · Aplikasi mobile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7A112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508000"/>
            <a:ext cx="4368691" cy="584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01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Konsep dasar Android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Android adalah platform mobile yang terbuka dan luas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810345"/>
            <a:ext cx="868658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326" y="2794595"/>
            <a:ext cx="539736" cy="539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946326" y="3473410"/>
            <a:ext cx="411469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Terbuka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946326" y="3940076"/>
            <a:ext cx="41146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Android berbasis kernel Linux dan bersifat open source.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212" y="2794595"/>
            <a:ext cx="539736" cy="539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18212" y="3473410"/>
            <a:ext cx="411469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Luas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518212" y="3940076"/>
            <a:ext cx="41146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Perangkatnya mencakup smartphone, tablet, TV, mobil, dan wearable.</a:t>
            </a:r>
            <a:endParaRPr lang="en-US" sz="15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326" y="4921151"/>
            <a:ext cx="539736" cy="539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46326" y="5599966"/>
            <a:ext cx="411469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Interaktif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2946326" y="6066631"/>
            <a:ext cx="41146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Interaksi utama: tap, swipe, pinch, virtual keyboard, sensor, dan periferal.</a:t>
            </a:r>
            <a:endParaRPr lang="en-US" sz="15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212" y="4921151"/>
            <a:ext cx="539736" cy="539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8212" y="5599966"/>
            <a:ext cx="411469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Ekosistem lengkap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518212" y="6066631"/>
            <a:ext cx="41146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Mendukung pengembangan, debugging, profiling, dan emulator.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5" name="Shape 19"/>
          <p:cNvSpPr/>
          <p:nvPr/>
        </p:nvSpPr>
        <p:spPr>
          <a:xfrm>
            <a:off x="7283268" y="2794595"/>
            <a:ext cx="12700" cy="189795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6" name="Shape 20"/>
          <p:cNvSpPr/>
          <p:nvPr/>
        </p:nvSpPr>
        <p:spPr>
          <a:xfrm>
            <a:off x="2946326" y="4686201"/>
            <a:ext cx="4343291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7" name="Shape 21"/>
          <p:cNvSpPr/>
          <p:nvPr/>
        </p:nvSpPr>
        <p:spPr>
          <a:xfrm>
            <a:off x="7283268" y="4692551"/>
            <a:ext cx="12700" cy="189795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8" name="Shape 22"/>
          <p:cNvSpPr/>
          <p:nvPr/>
        </p:nvSpPr>
        <p:spPr>
          <a:xfrm>
            <a:off x="7289618" y="4686201"/>
            <a:ext cx="4343291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Text 23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90622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ARSITEKTUR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610026"/>
            <a:ext cx="19303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Setiap lapisan melayani lapisan di atasnya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Arsitektur Android bekerja sebagai tumpukan berlapis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023" y="2054820"/>
            <a:ext cx="4190895" cy="3810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21308" y="18897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57928" y="20040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05493" y="1970365"/>
            <a:ext cx="33273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Linux Kernel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721308" y="24993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57928" y="26136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05493" y="2579965"/>
            <a:ext cx="33273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Hardware Abstraction Layer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721308" y="31089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57928" y="32232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05493" y="3189565"/>
            <a:ext cx="33273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Android Runtime (ART)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7721308" y="37185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57928" y="38328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05493" y="3799165"/>
            <a:ext cx="33273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Pustaka C/C++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721308" y="43281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57928" y="44424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05493" y="4408765"/>
            <a:ext cx="33273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Java API Framework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721308" y="49377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57928" y="50520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05493" y="5018365"/>
            <a:ext cx="33273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System Apps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7721308" y="5594945"/>
            <a:ext cx="39115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Urutan dari Linux Kernel di dasar hingga System Apps di puncak.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2431989" y="0"/>
            <a:ext cx="12700" cy="690622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2" name="Shape 29"/>
          <p:cNvSpPr/>
          <p:nvPr/>
        </p:nvSpPr>
        <p:spPr>
          <a:xfrm>
            <a:off x="7721308" y="2404070"/>
            <a:ext cx="3911502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3" name="Shape 30"/>
          <p:cNvSpPr/>
          <p:nvPr/>
        </p:nvSpPr>
        <p:spPr>
          <a:xfrm>
            <a:off x="7721308" y="3013670"/>
            <a:ext cx="3911502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4" name="Shape 31"/>
          <p:cNvSpPr/>
          <p:nvPr/>
        </p:nvSpPr>
        <p:spPr>
          <a:xfrm>
            <a:off x="7721308" y="3623270"/>
            <a:ext cx="3911502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5" name="Shape 32"/>
          <p:cNvSpPr/>
          <p:nvPr/>
        </p:nvSpPr>
        <p:spPr>
          <a:xfrm>
            <a:off x="7721308" y="4232870"/>
            <a:ext cx="3911502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6" name="Shape 33"/>
          <p:cNvSpPr/>
          <p:nvPr/>
        </p:nvSpPr>
        <p:spPr>
          <a:xfrm>
            <a:off x="7721308" y="4842470"/>
            <a:ext cx="3911502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7" name="Text 34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TOOLCHAIN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561806"/>
            <a:ext cx="19303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Perangkat pengembangan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Toolchain utama: JDK, Android Studio, dan SDK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925" y="2334220"/>
            <a:ext cx="539736" cy="5397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43261" y="3079710"/>
            <a:ext cx="266693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JDK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946326" y="3546376"/>
            <a:ext cx="266693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Menyediakan lingkungan pengembangan Java untuk menulis dan membangun kode aplikasi.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749" y="2600920"/>
            <a:ext cx="539736" cy="539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28718" y="3346410"/>
            <a:ext cx="24383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Android Studio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070448" y="3813076"/>
            <a:ext cx="24383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IDE untuk develop, run, debug, test, dan package.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574" y="1800820"/>
            <a:ext cx="539736" cy="539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67623" y="2546310"/>
            <a:ext cx="266693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Android SDK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965976" y="3012976"/>
            <a:ext cx="2666933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Menyediakan platform tools, library, emulator, dokumentasi, dan sample code yang digunakan saat membangun aplikasi. SDK Manager dipakai untuk memasang komponen SDK yang dibutuhkan.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2946326" y="5330726"/>
            <a:ext cx="8686583" cy="1073150"/>
          </a:xfrm>
          <a:prstGeom prst="roundRect">
            <a:avLst>
              <a:gd name="adj" fmla="val 1065"/>
            </a:avLst>
          </a:prstGeom>
          <a:solidFill>
            <a:srgbClr val="F4EBD7"/>
          </a:solidFill>
          <a:ln/>
        </p:spPr>
      </p:sp>
      <p:sp>
        <p:nvSpPr>
          <p:cNvPr id="21" name="Text 16"/>
          <p:cNvSpPr/>
          <p:nvPr/>
        </p:nvSpPr>
        <p:spPr>
          <a:xfrm>
            <a:off x="3162221" y="5610126"/>
            <a:ext cx="82547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Persyaratan umum: RAM minimum 4 GB, direkomendasikan 8 GB; ruang disk sekitar 4 GB untuk pengalaman yang lebih nyaman.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3" name="Shape 18"/>
          <p:cNvSpPr/>
          <p:nvPr/>
        </p:nvSpPr>
        <p:spPr>
          <a:xfrm>
            <a:off x="5835504" y="1800820"/>
            <a:ext cx="12700" cy="333623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4" name="Shape 19"/>
          <p:cNvSpPr/>
          <p:nvPr/>
        </p:nvSpPr>
        <p:spPr>
          <a:xfrm>
            <a:off x="8731032" y="1800820"/>
            <a:ext cx="12700" cy="333623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5" name="Text 20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STRUKTUR PROYEK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561806"/>
            <a:ext cx="19303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Kode · resource · konfigurasi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Struktur proyek memisahkan kode, resource, dan konfigurasi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326" y="2139752"/>
            <a:ext cx="3301917" cy="3810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83129" y="19278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19749" y="20421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67314" y="2008465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manifests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67314" y="2338586"/>
            <a:ext cx="41655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Berisi identitas dan komponen aplikasi yang dideklarasikan di dalam project.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83129" y="3116461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19749" y="3230761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67314" y="3197106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java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467314" y="3527227"/>
            <a:ext cx="41655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Berisi source code Java dan class aplikasi.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883129" y="4038402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19749" y="4152702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67314" y="4119046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res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467314" y="4449167"/>
            <a:ext cx="41655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Layout, gambar, string, warna, dan resource lain.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883129" y="5227042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19749" y="5341342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67314" y="5307687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Gradle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467314" y="5637808"/>
            <a:ext cx="41655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Berisi konfigurasi build untuk project dan module.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Shape 26"/>
          <p:cNvSpPr/>
          <p:nvPr/>
        </p:nvSpPr>
        <p:spPr>
          <a:xfrm>
            <a:off x="6883129" y="2983111"/>
            <a:ext cx="4749780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Shape 27"/>
          <p:cNvSpPr/>
          <p:nvPr/>
        </p:nvSpPr>
        <p:spPr>
          <a:xfrm>
            <a:off x="6883129" y="3905052"/>
            <a:ext cx="4749780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1" name="Shape 28"/>
          <p:cNvSpPr/>
          <p:nvPr/>
        </p:nvSpPr>
        <p:spPr>
          <a:xfrm>
            <a:off x="6883129" y="5093692"/>
            <a:ext cx="4749780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2" name="Text 29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PROSES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Setup sampai publikasi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Siklus pengembangan bergerak dari setup sampai publikasi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1" name="Shape 9"/>
          <p:cNvSpPr/>
          <p:nvPr/>
        </p:nvSpPr>
        <p:spPr>
          <a:xfrm>
            <a:off x="2946326" y="180082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3673" y="191512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6326" y="2542163"/>
            <a:ext cx="194305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Setup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46326" y="2977059"/>
            <a:ext cx="1943051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Instal Android Studio, lalu buat AVD lewat Tools &gt; AVD Manager dengan memilih hardware dan system image. Atau gunakan perangkat fisik dengan Developer Options dan USB Debugging.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46566" y="180082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3913" y="191512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6566" y="3475613"/>
            <a:ext cx="171445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Development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46566" y="3910509"/>
            <a:ext cx="171445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Menulis kode Java, layout XML, dan resource pendukung.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18212" y="180082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5559" y="191512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18212" y="3468668"/>
            <a:ext cx="1714457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Debugging &amp; testing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18212" y="4184154"/>
            <a:ext cx="171445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Menguji aplikasi di emulator atau perangkat fisik.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89858" y="180082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47205" y="191512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89858" y="3208913"/>
            <a:ext cx="194305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Build &amp; publishing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89858" y="3643809"/>
            <a:ext cx="194305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Aplikasi di-signing terlebih dahulu, lalu dipublikasikan melalui Google Play Store, email, atau website.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8" name="Shape 26"/>
          <p:cNvSpPr/>
          <p:nvPr/>
        </p:nvSpPr>
        <p:spPr>
          <a:xfrm>
            <a:off x="5111622" y="1800820"/>
            <a:ext cx="12700" cy="426978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Shape 27"/>
          <p:cNvSpPr/>
          <p:nvPr/>
        </p:nvSpPr>
        <p:spPr>
          <a:xfrm>
            <a:off x="7283268" y="1800820"/>
            <a:ext cx="12700" cy="426978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9454913" y="1800820"/>
            <a:ext cx="12700" cy="426978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1" name="Text 29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KOMPONEN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Activity dan lifecycle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Activity adalah layar dan pusat interaksi pengguna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326" y="2438202"/>
            <a:ext cx="3428914" cy="3683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83129" y="18008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19749" y="19151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67314" y="1881465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Layar dan hierarki view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67314" y="2211586"/>
            <a:ext cx="41655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Activity merepresentasikan satu layar atau hierarki view, tempat pengguna melihat dan berinteraksi dengan aplikasi.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83129" y="3230761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19749" y="3345061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67314" y="3311406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Layout XML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467314" y="3641527"/>
            <a:ext cx="41655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Dihubungkan lewat </a:t>
            </a:r>
            <a:r>
              <a:rPr lang="en-US" sz="1500" dirty="0">
                <a:solidFill>
                  <a:srgbClr val="2B2F36"/>
                </a:solidFill>
                <a:highlight>
                  <a:srgbClr val="F8F2F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setContentView()</a:t>
            </a: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883129" y="4127302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19749" y="4241602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67314" y="4207946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Lifecycle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467314" y="4538067"/>
            <a:ext cx="416559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onCreate, onStart, onResume, onPause, onStop, onRestart, onDestroy. Method ini dipanggil sistem saat status Activity berubah.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883129" y="5823942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19749" y="5938242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67314" y="5904587"/>
            <a:ext cx="4165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Manifest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467314" y="6234708"/>
            <a:ext cx="41655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Activity harus dideklarasikan di AndroidManifest.xml.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Shape 26"/>
          <p:cNvSpPr/>
          <p:nvPr/>
        </p:nvSpPr>
        <p:spPr>
          <a:xfrm>
            <a:off x="6883129" y="3110111"/>
            <a:ext cx="4749780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Shape 27"/>
          <p:cNvSpPr/>
          <p:nvPr/>
        </p:nvSpPr>
        <p:spPr>
          <a:xfrm>
            <a:off x="6883129" y="4006652"/>
            <a:ext cx="4749780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1" name="Shape 28"/>
          <p:cNvSpPr/>
          <p:nvPr/>
        </p:nvSpPr>
        <p:spPr>
          <a:xfrm>
            <a:off x="6883129" y="5703292"/>
            <a:ext cx="4749780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2" name="Text 29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KOMPONEN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Intent dan komunikasi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Intent menghubungkan komponen; Fragment membuat UI fleksibel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1" name="Shape 9"/>
          <p:cNvSpPr/>
          <p:nvPr/>
        </p:nvSpPr>
        <p:spPr>
          <a:xfrm>
            <a:off x="2946326" y="1800820"/>
            <a:ext cx="2895528" cy="4542730"/>
          </a:xfrm>
          <a:custGeom>
            <a:avLst/>
            <a:gdLst/>
            <a:ahLst/>
            <a:cxnLst/>
            <a:rect l="l" t="t" r="r" b="b"/>
            <a:pathLst>
              <a:path w="2895528" h="4542730">
                <a:moveTo>
                  <a:pt x="9525" y="0"/>
                </a:moveTo>
                <a:lnTo>
                  <a:pt x="2895528" y="0"/>
                </a:lnTo>
                <a:lnTo>
                  <a:pt x="2895528" y="4542730"/>
                </a:lnTo>
                <a:lnTo>
                  <a:pt x="9525" y="454273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7A112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921" y="2029420"/>
            <a:ext cx="431789" cy="431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174921" y="2600285"/>
            <a:ext cx="24383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Explicit Intent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174921" y="3066951"/>
            <a:ext cx="24383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Menuju class atau Activity tertentu di dalam aplikasi.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174921" y="3770213"/>
            <a:ext cx="804644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6" name="Text 13"/>
          <p:cNvSpPr/>
          <p:nvPr/>
        </p:nvSpPr>
        <p:spPr>
          <a:xfrm>
            <a:off x="3174921" y="3990876"/>
            <a:ext cx="243833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Cocok ketika tujuan komponen sudah diketahui sejak awal.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841854" y="1800820"/>
            <a:ext cx="2895528" cy="4542730"/>
          </a:xfrm>
          <a:prstGeom prst="rect">
            <a:avLst/>
          </a:prstGeom>
          <a:solidFill>
            <a:srgbClr val="7A1128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448" y="2029420"/>
            <a:ext cx="431789" cy="431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70448" y="2600285"/>
            <a:ext cx="24383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Implicit Intent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070448" y="3066951"/>
            <a:ext cx="243833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Meminta sistem memilih handler yang sesuai, misalnya browser, dialer, atau map.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070448" y="4303613"/>
            <a:ext cx="804644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22" name="Text 18"/>
          <p:cNvSpPr/>
          <p:nvPr/>
        </p:nvSpPr>
        <p:spPr>
          <a:xfrm>
            <a:off x="6070448" y="4524276"/>
            <a:ext cx="243833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Data dapat dibawa melalui URI, extras, atau Bundle. App Chooser muncul ketika beberapa aplikasi menangani request yang sama.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8737381" y="1800820"/>
            <a:ext cx="2895528" cy="4542730"/>
          </a:xfrm>
          <a:custGeom>
            <a:avLst/>
            <a:gdLst/>
            <a:ahLst/>
            <a:cxnLst/>
            <a:rect l="l" t="t" r="r" b="b"/>
            <a:pathLst>
              <a:path w="2895528" h="4542730">
                <a:moveTo>
                  <a:pt x="0" y="0"/>
                </a:moveTo>
                <a:lnTo>
                  <a:pt x="2886003" y="0"/>
                </a:lnTo>
                <a:arcTo wR="9525" hR="9525" stAng="16200000" swAng="5400000"/>
                <a:lnTo>
                  <a:pt x="2895528" y="4533205"/>
                </a:lnTo>
                <a:arcTo wR="9525" hR="9525" stAng="0" swAng="5400000"/>
                <a:lnTo>
                  <a:pt x="0" y="4542730"/>
                </a:lnTo>
                <a:lnTo>
                  <a:pt x="0" y="0"/>
                </a:lnTo>
                <a:close/>
              </a:path>
            </a:pathLst>
          </a:custGeom>
          <a:solidFill>
            <a:srgbClr val="7A1128"/>
          </a:solidFill>
          <a:ln/>
        </p:spPr>
      </p:sp>
      <p:sp>
        <p:nvSpPr>
          <p:cNvPr id="24" name="Text 20"/>
          <p:cNvSpPr/>
          <p:nvPr/>
        </p:nvSpPr>
        <p:spPr>
          <a:xfrm>
            <a:off x="8965976" y="2041485"/>
            <a:ext cx="24383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Fragment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8965976" y="2508151"/>
            <a:ext cx="2438339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Memiliki layout dan lifecycle sendiri, bergantung pada Activity tempat ditanamkan, dan satu Activity dapat menampung beberapa Fragment.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965976" y="4544913"/>
            <a:ext cx="804644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27" name="Text 23"/>
          <p:cNvSpPr/>
          <p:nvPr/>
        </p:nvSpPr>
        <p:spPr>
          <a:xfrm>
            <a:off x="8965976" y="4765576"/>
            <a:ext cx="243833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Fragment tidak perlu didaftarkan di AndroidManifest.xml.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Shape 25"/>
          <p:cNvSpPr/>
          <p:nvPr/>
        </p:nvSpPr>
        <p:spPr>
          <a:xfrm>
            <a:off x="5835504" y="1800820"/>
            <a:ext cx="12700" cy="454273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Shape 26"/>
          <p:cNvSpPr/>
          <p:nvPr/>
        </p:nvSpPr>
        <p:spPr>
          <a:xfrm>
            <a:off x="8731032" y="1800820"/>
            <a:ext cx="12700" cy="454273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1" name="Text 27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937"/>
            <a:ext cx="215894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100" spc="121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9393" y="1476540"/>
            <a:ext cx="1930352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9393" y="1925538"/>
            <a:ext cx="482588" cy="19050"/>
          </a:xfrm>
          <a:prstGeom prst="roundRect">
            <a:avLst>
              <a:gd name="adj" fmla="val 49999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072818"/>
            <a:ext cx="215894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100" spc="121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UI / UX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9393" y="5676521"/>
            <a:ext cx="1930352" cy="298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9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Tampilan dan pengalaman pengguna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46326" y="325131"/>
            <a:ext cx="8686583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b="1" kern="100" spc="-22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UI/UX mengatur tampilan sekaligus pengalaman pengguna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2946326" y="1023110"/>
            <a:ext cx="8686583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UI berfokus pada bagaimana aplikasi terlihat, sedangkan UX berfokus pada bagaimana pengguna merasakan dan menggunakannya.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46326" y="1484313"/>
            <a:ext cx="8686583" cy="19050"/>
          </a:xfrm>
          <a:prstGeom prst="roundRect">
            <a:avLst>
              <a:gd name="adj" fmla="val 49999"/>
            </a:avLst>
          </a:prstGeom>
          <a:solidFill>
            <a:srgbClr val="D4AF5A"/>
          </a:solidFill>
          <a:ln/>
        </p:spPr>
      </p:sp>
      <p:sp>
        <p:nvSpPr>
          <p:cNvPr id="12" name="Shape 10"/>
          <p:cNvSpPr/>
          <p:nvPr/>
        </p:nvSpPr>
        <p:spPr>
          <a:xfrm>
            <a:off x="2946326" y="1706057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080" y="1775114"/>
            <a:ext cx="293680" cy="2936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555911" y="1913224"/>
            <a:ext cx="3619409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View dan ViewGroup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555911" y="2171269"/>
            <a:ext cx="3619409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Building block utama untuk menyusun antarmuka pengguna Android.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3915" y="1706057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669" y="1775114"/>
            <a:ext cx="293680" cy="2936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13500" y="1913224"/>
            <a:ext cx="3619409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Style dan Theme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8013500" y="2171269"/>
            <a:ext cx="3619409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Menjaga tampilan aplikasi tetap konsisten melalui gaya dan tema yang seragam.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946326" y="3063866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080" y="3132922"/>
            <a:ext cx="293680" cy="293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55911" y="3271033"/>
            <a:ext cx="3619409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Layout umum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555911" y="3529078"/>
            <a:ext cx="3619409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LinearLayout, ConstraintLayout, GridLayout, dan TableLayout untuk mengatur posisi dan ukuran elemen layar.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403915" y="3063866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669" y="3132922"/>
            <a:ext cx="293680" cy="2936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13500" y="3271033"/>
            <a:ext cx="3619409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Interaksi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8013500" y="3529078"/>
            <a:ext cx="3619409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Button, input control, menu, dialog, picker, dan navigasi untuk mengatur cara pengguna berinteraksi dengan aplikasi.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946326" y="4307375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8080" y="4376431"/>
            <a:ext cx="293680" cy="2936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55911" y="4514541"/>
            <a:ext cx="8076998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RecyclerView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3555911" y="4772587"/>
            <a:ext cx="8076998" cy="16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Menampilkan kumpulan data secara fleksibel dan efisien.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5161" y="5475089"/>
            <a:ext cx="3428914" cy="14986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4" name="Shape 26"/>
          <p:cNvSpPr/>
          <p:nvPr/>
        </p:nvSpPr>
        <p:spPr>
          <a:xfrm>
            <a:off x="7283268" y="1643459"/>
            <a:ext cx="12700" cy="1243509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5" name="Shape 27"/>
          <p:cNvSpPr/>
          <p:nvPr/>
        </p:nvSpPr>
        <p:spPr>
          <a:xfrm>
            <a:off x="2946326" y="2880618"/>
            <a:ext cx="4343291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6" name="Shape 28"/>
          <p:cNvSpPr/>
          <p:nvPr/>
        </p:nvSpPr>
        <p:spPr>
          <a:xfrm>
            <a:off x="7283268" y="2886968"/>
            <a:ext cx="12700" cy="1243509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7" name="Shape 29"/>
          <p:cNvSpPr/>
          <p:nvPr/>
        </p:nvSpPr>
        <p:spPr>
          <a:xfrm>
            <a:off x="7289618" y="2880618"/>
            <a:ext cx="4343291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8" name="Shape 30"/>
          <p:cNvSpPr/>
          <p:nvPr/>
        </p:nvSpPr>
        <p:spPr>
          <a:xfrm>
            <a:off x="2946326" y="4124127"/>
            <a:ext cx="8686583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9" name="Text 31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MATERI KULIAH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19303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Pemrograman Mobile Android dengan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4577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6330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BACKGROUND TASK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561806"/>
            <a:ext cx="19303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Pekerjaan latar belakang dan simpulan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60375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0"/>
              </a:rPr>
              <a:t>Background task dan simpulan pembelajaran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812885"/>
            <a:ext cx="266693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AlarmManager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46326" y="2279551"/>
            <a:ext cx="26669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Menjadwalkan tugas pada waktu tertentu.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70448" y="1812885"/>
            <a:ext cx="24383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JobScheduler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70448" y="2279551"/>
            <a:ext cx="243833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Menjadwalkan pekerjaan latar belakang sesuai kondisi sistem.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5976" y="1812885"/>
            <a:ext cx="266693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Notification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965976" y="2279551"/>
            <a:ext cx="26669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Menampilkan pemberitahuan kepada pengguna.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46326" y="4546600"/>
            <a:ext cx="92453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Perhatikan baterai: pilih jenis penjadwalan yang sesuai agar tidak menguras daya.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46326" y="4997450"/>
            <a:ext cx="8686583" cy="1073150"/>
          </a:xfrm>
          <a:prstGeom prst="roundRect">
            <a:avLst>
              <a:gd name="adj" fmla="val 1065"/>
            </a:avLst>
          </a:prstGeom>
          <a:solidFill>
            <a:srgbClr val="F4EBD7"/>
          </a:solidFill>
          <a:ln/>
        </p:spPr>
      </p:sp>
      <p:sp>
        <p:nvSpPr>
          <p:cNvPr id="19" name="Text 17"/>
          <p:cNvSpPr/>
          <p:nvPr/>
        </p:nvSpPr>
        <p:spPr>
          <a:xfrm>
            <a:off x="3162221" y="5276850"/>
            <a:ext cx="82547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Simpulan: Activity, Intent, Fragment, dan UI/UX menjadi dasar membangun aplikasi Android yang terstruktur dan nyaman digunakan.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35504" y="1800820"/>
            <a:ext cx="12700" cy="254258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2" name="Shape 20"/>
          <p:cNvSpPr/>
          <p:nvPr/>
        </p:nvSpPr>
        <p:spPr>
          <a:xfrm>
            <a:off x="8731032" y="1800820"/>
            <a:ext cx="12700" cy="254258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3" name="Text 21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900</Words>
  <Application>Microsoft Office PowerPoint</Application>
  <PresentationFormat>Widescreen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Golos Text Medium</vt:lpstr>
      <vt:lpstr>Golos Text</vt:lpstr>
      <vt:lpstr>Unbounded Bold</vt:lpstr>
      <vt:lpstr>Arial</vt:lpstr>
      <vt:lpstr>Consolas</vt:lpstr>
      <vt:lpstr>Unbounded SemiBold</vt:lpstr>
      <vt:lpstr>Golos Text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lastModifiedBy>niken ayunda</cp:lastModifiedBy>
  <cp:revision>2</cp:revision>
  <dcterms:created xsi:type="dcterms:W3CDTF">2026-10-24T08:06:21Z</dcterms:created>
  <dcterms:modified xsi:type="dcterms:W3CDTF">2026-10-24T08:12:14Z</dcterms:modified>
</cp:coreProperties>
</file>